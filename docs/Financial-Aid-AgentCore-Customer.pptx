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a financial-aid, privacy, and compliance audience. The promise is governance first: this agent helps aid officers without ever stepping outside the controls FERPA, GLBA, and Title IV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aid office where they are: volume pressure, manual toil, and a compliance bar that rules out ungoverned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'does vs never' framing earns trust with privacy and program-integrity teams. The 'never' column is enforced by policy, not by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= agent-assisted, amber = the aid officer, navy = the gated commit. Judgment stays human; toil goes to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control mapped to the requirement it satisfies — the slide your compliance and privacy stakeholders came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account, your data, your IdP, reversible. Addresses the security review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Reproducible and enforced. The Pell/SAP engine is deterministic and transparent, so an aid officer can defend each determination on appeal.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authoritative rules (and their compliance review), connectors, validation, and ATO stay with them. The shipped thresholds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Assist, not replacement. Emphasize consistency, audit-readiness for program reviews, and keeping aid officers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concrete, low-commitment path: synthetic-data, in-their-account, reversible — an easy yes for a privacy-conscious institution.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STUDENT AID  ·  GOVERNED AI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Aid Awarding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 that intakes, de-identifies, screens, and drafts Title IV award determinations under strict governance — fail-closed on PII, tamper-proof by design, and never able to award on its own. Built on Amazon Bedrock AgentCore, running in your AWS account.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035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construction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530352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5303520"/>
            <a:ext cx="239572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53035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Aid-officer-in-command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FAFSA volumes rise. Every awarding step must stay compliant.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surge every cycle, awarding is largely manual, and the deadlines don't wait. AI could take the assembly load off your aid officers — but only if it operates entirely inside your compliance envelope.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7121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deadlines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FAFSA counts against fixed packaging and disbursement deadlines each cycle.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87121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assembly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86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aid officers spend time on extraction, SAP checks, verification, and notice drafting — not judgment.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87121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761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913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compliance slack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FERPA/GLBA handling, Title IV program integrity, and the qualified-officer determination leave no room for an ungoverned tool.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does the assembly — and is structurally incapable of overstepping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 the FAFSA, de-identifies it, runs a transparent Pell + SAP check, drafts the award notice, and prepares it for review. Then it stops. A qualified aid officer makes the determination and commits — the agent cannot.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352044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extract the decision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3941064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the application (fail-closed)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" y="4361688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Pell + SAP rules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" y="4782312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award/determination notice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" y="5202936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tamper-proof audit + request sign-off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9632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3520440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un-masked PII/education records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19672" y="3941064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or draft on un-de-identified data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4361688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1967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its own work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19672" y="4782312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12864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award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19672" y="5202936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9672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 alter the audit trail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Agent-assisted awarding, aid-officer-in-command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FAFSA/ISIR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98064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9504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9504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De-identify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PII (fail-closed)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18304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&amp; draft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38928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Pell/SAP + notice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OFFICER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51776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0064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0576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91472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82912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82912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0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award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97764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2245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passes an access-control check before it runs, and the two consequential steps — assessing or drafting on un-masked data, and committing the award — are impossible for the agent to reach on its own.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aid officers stay in command — </a:t>
            </a:r>
            <a:pPr indent="0" marL="0">
              <a:buNone/>
            </a:pPr>
            <a:r>
              <a:rPr lang="en-US" sz="1400" i="1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removes the assembly toil, not the judgment.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COMPLIANCE &amp; PRIVACY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controls that let you say yes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2704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61888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de-identified before the model or the audit sees it. No masking → no assessment, no draft.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13848" y="158191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0213848" y="1581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· GLBA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35000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313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61888" y="2313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write-once evidence of every decision and state change — the writer can't alter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13848" y="240487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3848" y="2404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17296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7048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(separation of duties)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61888" y="3136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aid officer approves with a bound, single-use token before any award is committed.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13848" y="322783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3848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IV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8862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399592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7048" y="3959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961888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checked against policy; nothing runs unless explicitly permitted.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13848" y="405079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10213848" y="4050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 Safeguards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7091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481888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27048" y="4782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961888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bound to an authenticated aid officer via your identity provider.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13848" y="487375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4873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on Amazon Bedrock AgentCore — inside your AWS boundary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isn't a bolt-on. Identity, deny-by-default authorization (Cedar), governed tools, and the agent runtime are native AWS services — deployed in your account, on your data, under your controls.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via infrastructure-as-code into your AWS environment — your VPC, your keys, your logs.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7184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7104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PII/education records are masked before any model call; nothing leaves your boundary for third-party processing.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identity provider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your existing IdP; actions are bound to your aid officers and your roles.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27064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&amp; reversible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104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deploy, one-command teardown with zero residual — easy to evaluate, easy to remove.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end-to-end on AWS — not a slideware demo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337/337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 in CI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0740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 - inside a locked-down private network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5644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determinations gated by an aid officer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27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live, in enforcement mode: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de-identified award/determination notice drafted by the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(name, SSN, address) removed before the model — fail-closed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Un-masked assessment and drafting refused by policy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blocked from committing an award — every time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aid officer required to approve; approvals are single-use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written for each step; duplicates rejected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DIVISION OF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bring, what stays yours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PROVIDES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860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agent + policies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intake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2918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2461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masking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7490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Pell + SAP rules engine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42976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sign-off workflow + audit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48006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7548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+ documentation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8600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2311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provider + aid-officer roles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28816" y="287121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816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SIS / COD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28816" y="345643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401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award rules (compliance review)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28816" y="404164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9867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language, SAP appeal rights, appeal process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28816" y="46268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572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authorization to operate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accelerator, not a finished product — the award rules, validation, and certification for your intended use stay with you.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 officers spend their time on judgment, not assembly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first drafts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a de-identified determination and a drafted notice for review in minutes — aid officers refine instead of starting from a blank page.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consistent awarding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runs the same governed path — the same masking, the same rules engine, the same audit — reducing variability.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construction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captured automatically as the work happens, ready for a program review — not reconstructed later.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 officers stay in command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 and the commit remain human — the agent never makes the call.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Financial Aid · on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5120640" cy="512064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scoped pilot on synthetic data — in your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boundary-explicit, and reversible. We stand the pattern up on synthetic FAFSAs in your AWS environment, prove the controls with your compliance and privacy teams, then scope what a validated production deployment would take.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your financial-aid, privacy, and security teams through the architecture and the captured live validation evidence.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8696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2180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pilot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your account on synthetic FAFSAs; run cases end-to-end through the governed workflow.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63600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576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7084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scope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8504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authoritative award rules, connectors, and authorization a production deployment would require.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38504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you can actually put in front of a program reviewer — let's prove it on your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for Financial Aid</dc:title>
  <dc:subject>PptxGenJS Presentation</dc:subject>
  <dc:creator>Financial Aid AgentCore Accelerator</dc:creator>
  <cp:lastModifiedBy>Financial Aid AgentCore Accelerator</cp:lastModifiedBy>
  <cp:revision>1</cp:revision>
  <dcterms:created xsi:type="dcterms:W3CDTF">2026-09-09T14:26:54Z</dcterms:created>
  <dcterms:modified xsi:type="dcterms:W3CDTF">2026-09-09T14:26:54Z</dcterms:modified>
</cp:coreProperties>
</file>