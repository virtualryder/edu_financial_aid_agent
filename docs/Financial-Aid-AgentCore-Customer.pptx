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 financial-aid, privacy, and compliance audience. The promise is governance first: this agent helps aid officers without ever stepping outside the controls FERPA, GLBA, and Title IV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aid office where they are: volume pressure, manual toil, and a compliance bar that rules out ungoverned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aid officer, navy = the gated commit.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control mapped to the requirement it satisfies — the slide your compliance and privacy stakeholders came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account, your data, your IdP, reversible. Addresses the security review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Reproducible and enforced. The Pell/SAP engine is deterministic and transparent, so an aid officer can defend each determination on appeal.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authoritative rules (and their compliance review), connectors, validation, and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Assist, not replacement. Emphasize consistency, audit-readiness for program reviews, and keeping aid officers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path: synthetic-data, in-their-account, reversible — an easy yes for a privacy-conscious institution.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STUDENT AID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Aid Awarding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Title IV award determinations under strict governance — fail-closed on PII, tamper-proof by design, and never able to award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9572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Aid-officer-in-command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FAFSA volumes rise. Every awarding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surge every cycle, awarding is largely manual, and the deadlines don't wait. AI could take the assembly load off your aid officers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deadlines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FAFSA counts against fixed packaging and disbursement deadlines each cycle.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aid officers spend time on extraction, SAP checks, verification,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FERPA/GLBA handling, Title IV program integrity, and the qualified-officer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FAFSA, de-identifies it, runs a transparent Pell + SAP check, drafts the award notice, and prepares it for review. Then it stops. A qualified aid officer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Pell + SAP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award/determination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PII/education records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award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awarding, aid-officer-in-command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FAFSA/ISIR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Pell/SAP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 OFFICER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award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award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aid officers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FERPA · GLBA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review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aid officer approves with a bound, single-use token before any award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IV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Safeguards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aid officer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PII/education records are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aid officers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31/31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Pell+SAP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awards gated by an aid officer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award/determination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an award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aid officer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Pell + SAP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aid-officer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SIS / COD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award rules (compliance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SAP appeal rights, appeal process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award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aid officers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awarding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program review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 officers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Financial Aid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FAFSAs in your AWS environment, prove the controls with your compliance and privacy teams, then scope what a validated production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financial-aid, privacy, and security teams through the architecture and the live 31-check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FAFSAs;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award rules, connectors, and authorization a production deployment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 program reviewer —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Financial Aid</dc:title>
  <dc:subject>PptxGenJS Presentation</dc:subject>
  <dc:creator>Financial Aid AgentCore Accelerator</dc:creator>
  <cp:lastModifiedBy>Financial Aid AgentCore Accelerator</cp:lastModifiedBy>
  <cp:revision>1</cp:revision>
  <dcterms:created xsi:type="dcterms:W3CDTF">2026-07-17T16:22:11Z</dcterms:created>
  <dcterms:modified xsi:type="dcterms:W3CDTF">2026-07-17T16:22:11Z</dcterms:modified>
</cp:coreProperties>
</file>