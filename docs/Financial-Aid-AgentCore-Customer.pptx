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financial-aid, privacy, and compliance audience. The promise is governance first: this agent helps aid officers without ever stepping outside the controls FERPA, GLBA, and Title IV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aid office where they are: volume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aid officer,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Pell/SAP engine is deterministic and transparent, so an aid officer can defend each determination on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rules (and their compliance review), connectors, validation, and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reviews, and keeping aid officers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STUDENT AID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 Awarding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Title IV award determinations under strict governance — fail-closed on PII, tamper-proof by design, and never able to award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957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FAFSA volumes rise. Every awarding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every cycle, awarding is largely manual, and the deadlines don't wait. AI could take the assembly load off your aid officers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deadlines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FAFSA counts against fixed packaging and disbursement deadlines each cycle.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aid officers spend time on extraction, SAP checks, verification,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FERPA/GLBA handling, Title IV program integrity, and the qualified-officer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FAFSA, de-identifies it, runs a transparent Pell + SAP check, drafts the award notice, and prepares it for review. Then it stops. A qualified aid officer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Pell + SAP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award/determination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PII/education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award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awarding, aid-officer-in-command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FAFSA/ISIR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Pell/SAP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award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aid officers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 approves with a bound, single-use token before any award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aid officer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PII/education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aid officers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137/137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in CI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 - inside a locked-down private network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an aid officer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award/determination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an award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aid officer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aid-officer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SIS / COD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award rules (compliance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award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aid officers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awarding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FAFSAs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financial-aid, privacy, and security teams through the architecture and the captured live validation evidence.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FAFSAs;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award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Financial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2026-07-26T12:51:25Z</dcterms:created>
  <dcterms:modified xsi:type="dcterms:W3CDTF">2026-07-26T12:51:25Z</dcterms:modified>
</cp:coreProperties>
</file>