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proof of the pattern: the same governed chassis that runs pharmacovigilance and benefits eligibility now runs Title IV financial-aid awarding, from one reusable template.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financial aid.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an aid officer commits, the agent never self-awards.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 — identical structure to the PV and benefits agents.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reproducible, one-command demo stands the stack up, proves 31 checks in ENFORCE, and tears down with zero residual. The Runtime invoke (aid officer full workflow, outsider denied) was also proven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 live: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 program reviewer's — and an appeal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the technical work to AWS strategy: wins regulated higher-ed deals, reusable (now proven three times), low-risk, credible because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own the pattern and the proof; the institution owns certification, connectors, and the authoritative award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multiplier: one pattern, three verticals proven, one to go. The ask is a three-step path from internal demo to a scoped, synthetic-data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HIGHER EDUCATION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Federal Student-Aid Awarding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IV financial-aid accelerator running natively on Amazon Bedrock AgentCore — identity-bound, deny-by-default with Cedar, and proven end-to-end on AWS. The third vertical built from one reusable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31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2516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2516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vertical from one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offices want agentic AI for awarding.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student PII and education records and issues aid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awarding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program review and an appeal”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education records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and tax-derived income flow through the FAFSA/ISIR.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consequences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 notice affects a student's aid and their right to appeal.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student appeal rights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grants or denies federal aid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institution's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aid officer)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aid: awarding Pell &amp; Title IV aid from a FAFSA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 / ISIR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Pell,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&amp; verification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Title IV and program regulations, a qualified financial-aid officer makes and commits the award determination — applying professional judgment, SAP appeals, and verification.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institution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program-integrity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application;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aid officer approves. Only then does finalize_award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31 / 31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31/31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aid officer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— un-masked notice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 an award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Pell + SAP + verification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award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aid officer's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aid officer authenticates with Cognito; that same identity flows to the Gateway, so Cedar evaluates the real person. The agent inherits the aid officer's least-privilege — it can do nothing they aren't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Aid-officer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mask PII → assess aid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review-passing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is never an inline tool call. A Step Functions gate pauses for a different qualified aid officer,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Program-review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higher-ed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Colleges and universities carry strict FERPA, GLBA, and Title IV program-integrity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three times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the pharmacovigilance, benefits, and financial-aid agents from one template — swap domain logic and fixtures.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institutions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INSTITUTION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aid-officer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the SIS / Common Origination &amp; Disbursement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award rules &amp; thresholds (compliance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authorization to operate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Pell/SAP figures shipped here are illustrative federal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three verticals proven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heroes now run on the same governed chassis — identity, Cedar, Gateway, Runtime, and the three last-mile controls — produced from one reusable template. Each new vertical is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Payer / Provider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31-check proof.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higher-ed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FAFSAs with a named institution,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Federal Student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2026-07-17T16:22:11Z</dcterms:created>
  <dcterms:modified xsi:type="dcterms:W3CDTF">2026-07-17T16:22:11Z</dcterms:modified>
</cp:coreProperties>
</file>