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proof of the pattern: the same governed chassis that runs pharmacovigilance and benefits eligibility now runs Title IV financial-aid awarding, from one reusable template. AWS shipped the governance primitives; we implement the regulated pattern natively and prove it end-to-end.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non-negotiables that block ungoverned agents in financial aid. The rest of the deck shows how AgentCore + three last-mile controls satisfy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 now.' Previously teams hand-rolled identity, policy engines, audit. AgentCore makes those 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of nine controls are native; three are the regulated 'last mile' we add. Positions the work as extending AgentCore, not competing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= the human step; navy = the consequential commit. The callout is the crux: an aid officer commits, the agent never self-awards.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nine-control map — identical structure to the PV and benefits agents. That's the reusable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Steps 5 (fail-closed masking) and 6 (human gate) are the regulated controls; step 4 (Cedar deny-by-default) is the native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EP1 clean-account run (evidence/EP1-VALIDATION.md) deployed all Gate-B switches, ran the full pipeline live inside a private network with the Scorecard call through a HUD-only... no, a .api.data.gov-only egress firewall, passed a strict PII canary (zero hits incl. Step Functions history), proved exactly-once under a 10-way replay storm, exercised the VerificationHold work-queue path, and tore down with zero residual.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Proven live: the agent runs on Runtime under a real Cognito identity, and governance holds on the real principal. Outsider proves deny-by-default even when the agent drives.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where a governed agent earns a program reviewer's — and an appeal officer's — trust. Each maps to a named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Ties the technical work to AWS strategy: wins regulated higher-ed deals, reusable (now proven three times), low-risk, credible because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own the pattern and the proof; the institution owns certification, connectors, and the authoritative award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multiplier: one pattern, three verticals proven, one to go. The ask is a three-step path from internal demo to a scoped, synthetic-data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5" name="Shape 3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 ·  HIGHER EDUCATION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" y="1783080"/>
            <a:ext cx="10607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</a:t>
            </a:r>
            <a:endParaRPr lang="en-US" sz="3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in Federal Student-Aid Awarding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Title IV financial-aid accelerator running natively on Amazon Bedrock AgentCore — identity-bound, deny-by-default with Cedar, and proven end-to-end on AWS. The third vertical built from one reusable template.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2893162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029200"/>
            <a:ext cx="2893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EP1 live validation captured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61842" y="5029200"/>
            <a:ext cx="2803550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61842" y="5029200"/>
            <a:ext cx="2803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FAFSA PII in telemetry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793992" y="5029200"/>
            <a:ext cx="378927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93992" y="5029200"/>
            <a:ext cx="37892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Ported from the proven Housing pattern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v1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 offices want agentic AI for awarding. They can't deploy an ungoverned one.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touches student PII and education records and issues aid determinations must be identity-bound, deny-by-default, auditable, and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incapable of awarding on its own.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“Impressive demo” is not the bar — “will survive a program review and an appeal” 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2549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Touches education records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SSNs, and tax-derived income flow through the FAFSA/ISIR.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782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 · GLBA · de-identification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282549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857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4009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Creates records with consequences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2686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award notice affects a student's aid and their right to appeal.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2686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IV · student appeal rights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500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57616" y="282549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8913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 consequential actions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an award grants or denies federal aid — accountably.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37590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integrity · separation of duties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just shipped the governance primitives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now provides — as native, managed services — the exact controls a governable agent needs. The gap between a “cool agent” and a “governable agent” just closed, on AWS.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98448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98448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76656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JWT — Cognito or the institution's IdP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66160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44368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(Cedar)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980944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Deny-by-default, forbid-wins authorization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02352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33872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33872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12080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248656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/ Lambda exposed as governed MCP tools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70064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01584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01584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9792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516368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session-isolated agent hosting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37776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69296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69296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47504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784080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per agent &amp; tool step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native governance primitives — no platform to hand-build.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the regulated pattern natively — don't rebuild the platform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AGENTCORE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22951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2843784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 (Cedar)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355848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33192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 (agent ∩ aid officer)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3867912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8313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 (Gateway)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379976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98448" y="43434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agent runtime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489204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92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48554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&amp; observability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E2E1A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554480"/>
            <a:ext cx="5394960" cy="3977640"/>
          </a:xfrm>
          <a:prstGeom prst="rect">
            <a:avLst/>
          </a:prstGeom>
          <a:ln w="15875">
            <a:solidFill>
              <a:srgbClr val="E8A1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 — BUILT ALONGSIDE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19672" y="2395728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022592" y="2340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22592" y="27614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masking → no assessment, no draft. Ever.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19672" y="3328416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19672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22592" y="32735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 (separation of duties)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022592" y="36941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aid officer, single-use token.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19672" y="4261104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19672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022592" y="42062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022592" y="4626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+ Object Lock; writer can't tamper.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on AWS-native services, plus the three controls regulated customers need that AgentCore doesn't ship. A stronger — and more honest — story than “we built our own platform.”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aid: awarding Pell &amp; Title IV aid from a FAFSA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FAFSA / ISIR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249424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404872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04872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87368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42816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42816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Pell,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&amp; verification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25312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80760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80760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notice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63256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18704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918704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Aid-officer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0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75664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5664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38328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" y="3794760"/>
            <a:ext cx="822960" cy="82296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3794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2057400" y="367588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drives the entire security design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057400" y="4160520"/>
            <a:ext cx="9372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Title IV and program regulations, a qualified financial-aid officer makes and commits the award determination — applying professional judgment, SAP appeals, and verification. 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intakes, de-identifies, screens, and drafts — it never self-adjudicates. Everything else in this architecture exists to enforce that one sentence.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controls native, three built alongside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94944" y="151790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94944" y="15179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75688" y="141732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33288" y="141732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Identity — inbound JWT (Cognito / institution IdP)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1933956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203454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0345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075688" y="193395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33288" y="193395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Policy (Cedar) — default-deny + forbid-wins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450592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4944" y="255117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25511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075688" y="245059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33288" y="245059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principal = OAuthUser; group claim + tool-parameter conditions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967228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94944" y="306781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306781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75688" y="296722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33288" y="296722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Gateway — Lambda → MCP tools; every call passes Policy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483864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35844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35844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075688" y="3483864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hosting / runtime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33288" y="3483864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Runtime — serverless, session-isolated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000500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94944" y="41010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41010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075688" y="400050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/ observability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33288" y="400050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Observability — OpenTelemetry spans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517136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94944" y="461772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4617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075688" y="451713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33288" y="451713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tool — Comprehend DetectPiiEntities, before model &amp; audit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033772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40" name="Shape 38"/>
          <p:cNvSpPr/>
          <p:nvPr/>
        </p:nvSpPr>
        <p:spPr>
          <a:xfrm>
            <a:off x="694944" y="513435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" y="51343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075688" y="503377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733288" y="503377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 — bound, single-use approval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66928" y="5550408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94944" y="565099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6" name="Text 44"/>
          <p:cNvSpPr/>
          <p:nvPr/>
        </p:nvSpPr>
        <p:spPr>
          <a:xfrm>
            <a:off x="694944" y="56509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075688" y="555040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33288" y="555040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— program-integrity evidence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BEHAVIOR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governed action flows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252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 officer authenticates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252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/ IdP issues a JWT for the person on whose behalf the agent acts.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252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decides to call a tool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Strands agent runs on AgentCore Runtime and reaches for a Gateway tool.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00837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252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validates identity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252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auth checks the JWT before anything runs.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803904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" y="38039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25296" y="3767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evaluates — default-deny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5296" y="40599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+ action + resource + conditions. A deny means the tool never runs — and is auditable.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105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688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runs first (fail-closed)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688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de-identifies the application; assessment and drafting only ever see masked text.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10528" y="2212848"/>
            <a:ext cx="512064" cy="512064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05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688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for the commit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688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request_signoff opens a Step Functions gate; a second aid officer approves. Only then does finalize_award run.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510528" y="3008376"/>
            <a:ext cx="512064" cy="512064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105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688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audit + trace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688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and state change is written to an immutable record and traced in Observability.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slideware: EP1 live validation captured, all switches 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175/175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green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10/10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20440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runs live-proven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91072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91072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82512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hits in any telemetry (strict canary)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53144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3144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44584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on teardown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80360"/>
            <a:ext cx="110642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063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ran live, in ENFORCE mode, and each denial names the exact Cedar policy that fired: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6112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— aid officer ALLOW, outsider DENY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Mask-before-assess — un-masked assessment forbidden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96112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98448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Mask-before-draft — un-masked notice forbidden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6112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96112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98448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No-self-commit — the agent can't finalize an award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PII masking (Comprehend, fail-closed): name + SSN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1696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Pell + SAP + verification engine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09360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11696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Bedrock award notice through a Guardrail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309360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11696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 + human sign-off (approver ≠ requester)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RUNTIME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runs on AgentCore Runtime — driven by the aid officer's identity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aid officer authenticates with Cognito; that same identity flows to the Gateway, so Cedar evaluates the real person. The agent inherits the aid officer's least-privilege — it can do nothing they aren't allowed to 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606040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Aid-officer identity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full governed workflow: intake → mask PII → assess aid → draft notice → write audit → request sign-off. The forbidden finalize tool is hidden from the agent entirely by Cedar.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7104" y="2606040"/>
            <a:ext cx="566928" cy="566928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7104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78624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Outsider identity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47104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 — zero authorized tools. The agent honestly reports it did nothing: nothing masked, assessed, drafted, audited, or committed. Deny-by-default holds even when the agent is driving.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+ structured logs per step, correlated to the identity, in CloudWatch.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identity + dynamic gateway discovery: the runtime survives redeploys untouched.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controls we build on top — the review-passing difference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658368" cy="65836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6420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Fail-closed PII de-identification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 · GLBA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782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Comprehend de-identifies the application before the model or the audit sees it. If masking can't run, assessment and drafting are blocked — no un-masked PII is ever emitted.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6864" y="1929384"/>
            <a:ext cx="658368" cy="65836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1324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sign-off gate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2686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IV · separation of duties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2686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an award is never an inline tool call. A Step Functions gate pauses for a different qualified aid officer, who approves with a bound, single-use token.</a:t>
            </a:r>
            <a:endParaRPr lang="en-US" sz="1260" dirty="0"/>
          </a:p>
        </p:txBody>
      </p:sp>
      <p:sp>
        <p:nvSpPr>
          <p:cNvPr id="16" name="Shape 14"/>
          <p:cNvSpPr/>
          <p:nvPr/>
        </p:nvSpPr>
        <p:spPr>
          <a:xfrm>
            <a:off x="806500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1929384"/>
            <a:ext cx="658368" cy="65836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7590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228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WORM audit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7590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Program-review evidence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7590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capture INTENT → COMMITTED. The principal that writes evidence is denied delete, update, and bypass.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566928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AgentCore's Observability traces are for operations — not tamper-proof evidence. That gap is exactly why the WORM audit is a control, not a log.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for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 the higher-ed bar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Colleges and universities carry strict FERPA, GLBA, and Title IV program-integrity requirements — native governance is the deciding factor, and AWS already holds the compliance footprint.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repeatable pattern, proven three times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governed chassis produced the pharmacovigilance, benefits, and financial-aid agents from one template — swap domain logic and fixtures.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blast radius, high credibility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7824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deep, proven hero per vertical beats a claim of forty shallow agents. Reference-grade, not vaporware.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by construction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clear about what's proven vs. engagement work — exactly what institutions and their auditors trust.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 vs. what's engagement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OWNS  ·  PROVEN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402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1945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+ the Cedar policies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67919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tools + fail-closed masking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20954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09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16382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Pell + SAP rules engine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69417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64845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human-gate workflow + WORM audit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330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IaC + one-command demo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663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documentation set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99632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INSTITUTION OWNS  ·  ENGAGEMENT WORK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4028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18541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+ aid-officer role mapping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28816" y="280720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75234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to the SIS / Common Origination &amp; Disbursement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28816" y="337413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31927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award rules &amp; thresholds (compliance review)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28816" y="39410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3941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88620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SAP appeal rights, appeal process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28816" y="450799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4531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+ authorization to operate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66928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Pell/SAP figures shipped here are illustrative federal defaults — not authoritative rules. Nothing is production-certified on day one, and saying so is the credibility.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5029200" cy="502920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governed pattern, three verticals proven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heroes now run on the same governed chassis — identity, Cedar, Gateway, Runtime, and the three last-mile controls — produced from one reusable template. Each new vertical is a domain-logic swap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344168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344168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29000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20440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Eligibility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06240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1072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91072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82512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Aid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068312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7068312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53144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53144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HPP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Payer / Provider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930384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930384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6928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70432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demo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70432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stack live and walk leadership through the captured EP1 evidence.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279392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79392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882896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workshops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82896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pattern to higher-ed accounts as a reference architecture.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91856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991856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95360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pilot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95360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on synthetic FAFSAs with a named institution, boundary made explicit.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 native on AWS — proven where the bar is highest.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Agentic AI for Federal Student Aid</dc:title>
  <dc:subject>PptxGenJS Presentation</dc:subject>
  <dc:creator>Financial Aid AgentCore Accelerator</dc:creator>
  <cp:lastModifiedBy>Financial Aid AgentCore Accelerator</cp:lastModifiedBy>
  <cp:revision>1</cp:revision>
  <dcterms:created xsi:type="dcterms:W3CDTF">2026-08-03T18:09:58Z</dcterms:created>
  <dcterms:modified xsi:type="dcterms:W3CDTF">2026-08-03T18:09:58Z</dcterms:modified>
</cp:coreProperties>
</file>