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proof of the pattern: the same governed chassis that runs pharmacovigilance and benefits eligibility now runs Title IV financial-aid awarding, from one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financial aid.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an aid officer commits, the agent never self-awards.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 and benefits agents.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EP1 clean-account run (evidence/EP1-VALIDATION.md) deployed all Gate-B switches, ran the full pipeline live inside a private network with the Scorecard call through a HUD-only... no, a .api.data.gov-only egress firewall, passed a strict PII canary (zero hits incl. Step Functions history), proved exactly-once under a 10-way replay storm, exercised the VerificationHold work-queue path, and tore down with zero residual.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an appeal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higher-ed deals, reusable (now proven three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institution owns certification, connectors, and the authoritative award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three verticals proven, one to go. The ask is a three-step path from internal demo to a scoped, synthetic-data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HIGHER EDUCATION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Federal Student-Aid Awarding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Title IV financial-aid accelerator running natively on Amazon Bedrock AgentCore — identity-bound, deny-by-default with Cedar, and proven end-to-end on AWS. The third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2893162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2893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EP1 live validation captured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1842" y="5029200"/>
            <a:ext cx="2803550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61842" y="5029200"/>
            <a:ext cx="2803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FAFSA PII in telemetry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93992" y="5029200"/>
            <a:ext cx="378927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93992" y="5029200"/>
            <a:ext cx="378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Ported from the proven Housing pattern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offices want agentic AI for awarding.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student PII and education records and issues aid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awarding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appeal”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education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tax-derived income flow through the FAFSA/ISIR.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 notice affects a student's aid and their right to appeal.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student appeal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grants or denies federal aid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institution's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aid officer)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aid: awarding Pell &amp; Title IV aid from a FAFSA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 / ISIR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Pell,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verification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Title IV and program regulations, a qualified financial-aid officer makes and commits the award determination — applying professional judgment, SAP appeals, and verification.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institution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program-integrity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aid officer approves. Only then does finalize_award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EP1 live validation captured, all switches 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137/137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runs live-proven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hits in any telemetry (strict canary)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aid officer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an award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Pell + SAP + verification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award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aid officer's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aid officer authenticates with Cognito; that same identity flows to the Gateway, so Cedar evaluates the real person. The agent inherits the aid officer's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Aid-officer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aid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an award is never an inline tool call. A Step Functions gate pauses for a different qualified aid officer,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higher-ed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Colleges and universities carry strict FERPA, GLBA, and Title IV program-integrity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three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and financial-aid agents from one template — swap domain logic and fixtures.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institutions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aid-officer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SIS / Common Origination &amp; Disbursement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award rules &amp; thresholds (compliance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Pell/SAP figures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three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heroes now run on the same governed chassis — identity, Cedar, Gateway, Runtime, and the three last-mile controls — produced from one reusable template.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captured EP1 evidence.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higher-ed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FAFSAs with a named institution,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Federal Student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2026-07-26T12:51:27Z</dcterms:created>
  <dcterms:modified xsi:type="dcterms:W3CDTF">2026-07-26T12:51:27Z</dcterms:modified>
</cp:coreProperties>
</file>